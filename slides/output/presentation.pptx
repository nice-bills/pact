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Aid Pool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3200400" y="2788920"/>
            <a:ext cx="2743200" cy="54864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0175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Emergency Fund — Humans &amp; AI Agents Together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D4AF37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526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Hackathon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4526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22,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931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Safe Multisig + ERC-8183 Escrow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10972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emergency funds are broken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+ AI agents + on-chain escrow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3337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lifecycle walkthrough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3840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+ Integrations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4160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5 chains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164592" cy="16459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control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admins decide who deserves help. Power asymmetry.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164592" cy="16459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77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manual review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deliberate in silos. No accountability. Delays hurt applicants.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584448"/>
            <a:ext cx="164592" cy="16459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trust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3886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Donors can't verify their money helped real people. No on-chain proof.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Aid Pool — where humans and AI agents co-govern a shared emergency fund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2651760" cy="109728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Capital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Contributors deposit USDC. Earn yield via Lido stETH. Transparent on-chain balance.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1371600"/>
            <a:ext cx="2651760" cy="10972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Evaluators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214884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contributor runs an AI agent. Agents read the claim, evaluate fairly, post recommendations publicly.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1371600"/>
            <a:ext cx="2651760" cy="109728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ERC-8183 Escrow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214884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locked in smart contract escrow. No admin can rug. Evaluator calls complete() to pay.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— Claim Lifecycle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0100" y="2244852"/>
            <a:ext cx="7086600" cy="3657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97180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submits claim with evidence to group chat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2011680"/>
            <a:ext cx="502920" cy="50292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11680" y="26517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297180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+ humans discuss in public channel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2011680"/>
            <a:ext cx="502920" cy="50292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26517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97180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independently evaluate, post recommendations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2011680"/>
            <a:ext cx="502920" cy="50292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520" y="26517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297180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approved, funds move from Safe → ERC-8183 escrow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0" y="201168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26517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297180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 calls complete(), USDC released to claimant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— Evaluators, Not Overlords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judgment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contributor's agent reads claims and forms its own recommendation. No centralized AI.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deliberation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post evaluations in the group chat. Full transparency. Anyone can read the reasoning.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point of failure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 going rogue can't hijack the outcome. Humans still sign or delegate via MetaMask.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13776" y="1874520"/>
            <a:ext cx="548640" cy="5486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5" name="Text 3"/>
          <p:cNvSpPr/>
          <p:nvPr/>
        </p:nvSpPr>
        <p:spPr>
          <a:xfrm>
            <a:off x="541377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39184" y="1874520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6839184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26480" y="3108960"/>
            <a:ext cx="548640" cy="5486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172200" y="2423160"/>
            <a:ext cx="457200" cy="457200"/>
          </a:xfrm>
          <a:prstGeom prst="downArrow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2880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2103120"/>
            <a:ext cx="9144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Multi-Chain Deployment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5 networks — verified on-chain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320040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Avalanche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Fuji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0x77107B62a9149...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AF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Verified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Sepolia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0x77107B62a9149...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AF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Verified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Sepolia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0x76Dd9C55D9a2...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AF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Verified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Network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Sepolia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0x3f4D1B212514...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AF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Verified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GenLayer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Bradbury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0xd94B673433b4...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AF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Finalized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Integrations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5720" cy="12801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1280160"/>
          </a:xfrm>
          <a:prstGeom prst="rect">
            <a:avLst/>
          </a:prstGeom>
          <a:solidFill>
            <a:srgbClr val="F5F5F5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Multisig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pooled USDC, no single admin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91440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914400"/>
            <a:ext cx="45720" cy="12801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Shape 8"/>
          <p:cNvSpPr/>
          <p:nvPr/>
        </p:nvSpPr>
        <p:spPr>
          <a:xfrm>
            <a:off x="3154680" y="914400"/>
            <a:ext cx="2651760" cy="1280160"/>
          </a:xfrm>
          <a:prstGeom prst="rect">
            <a:avLst/>
          </a:prstGeom>
          <a:solidFill>
            <a:srgbClr val="F5F5F5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97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Lido stETH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463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Earns yield on idle capital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91440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914400"/>
            <a:ext cx="45720" cy="12801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914400"/>
            <a:ext cx="2651760" cy="1280160"/>
          </a:xfrm>
          <a:prstGeom prst="rect">
            <a:avLst/>
          </a:prstGeom>
          <a:solidFill>
            <a:srgbClr val="F5F5F5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1097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Uniswap V3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80760" y="1463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any token to USDC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331720"/>
            <a:ext cx="45720" cy="12801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2331720"/>
            <a:ext cx="2651760" cy="1280160"/>
          </a:xfrm>
          <a:prstGeom prst="rect">
            <a:avLst/>
          </a:prstGeom>
          <a:solidFill>
            <a:srgbClr val="F5F5F5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Protocol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2880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 AI agents for evaluation work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54680" y="23317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4680" y="2331720"/>
            <a:ext cx="45720" cy="12801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5" name="Shape 23"/>
          <p:cNvSpPr/>
          <p:nvPr/>
        </p:nvSpPr>
        <p:spPr>
          <a:xfrm>
            <a:off x="3154680" y="2331720"/>
            <a:ext cx="2651760" cy="1280160"/>
          </a:xfrm>
          <a:prstGeom prst="rect">
            <a:avLst/>
          </a:prstGeom>
          <a:solidFill>
            <a:srgbClr val="F5F5F5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MetaMask Delegation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91840" y="2880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on behalf, gasless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0" y="23317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331720"/>
            <a:ext cx="45720" cy="12801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0" y="2331720"/>
            <a:ext cx="2651760" cy="1280160"/>
          </a:xfrm>
          <a:prstGeom prst="rect">
            <a:avLst/>
          </a:prstGeom>
          <a:solidFill>
            <a:srgbClr val="F5F5F5">
              <a:alpha val="5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ERC-8004 Identity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80760" y="2880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identity per contributor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Claim Lifecycle on Base Sepolia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transactions confirmed — Job #4 claim execution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createJob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554480" y="12344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74520" y="1234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https://sepolia.basescan.org/tx/0x6d4c122f...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setBudget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7373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7452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https://sepolia.basescan.org/tx/0x93812bac...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2402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7452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https://sepolia.basescan.org/tx/0xa38e75f0...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743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7432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7452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https://sepolia.basescan.org/tx/0x6a584838...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246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2461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https://sepolia.basescan.org/tx/0x8f511239...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749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7490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74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https://sepolia.basescan.org/tx/0x1d08c692...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0" y="123444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16916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5486400" y="2788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successfully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0" y="3383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moved from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→ escrow → claimant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Bounty Tracks — 20+ Qualified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Track · Agentic Finance · ERC-8183 · GenLayer · Status Network · ENS + more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320040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01368"/>
            <a:ext cx="109728" cy="109728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Track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304288"/>
            <a:ext cx="109728" cy="109728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94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Agent on Celo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807208"/>
            <a:ext cx="109728" cy="109728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97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Use of Delegation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310128"/>
            <a:ext cx="109728" cy="109728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00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813048"/>
            <a:ext cx="109728" cy="109728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03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Services on Base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1234440"/>
            <a:ext cx="2651760" cy="320040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234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+ DeFi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1801368"/>
            <a:ext cx="109728" cy="109728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691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Agent Cook (PL)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83280" y="2304288"/>
            <a:ext cx="109728" cy="109728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2194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With Receipts (PL)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83280" y="2807208"/>
            <a:ext cx="109728" cy="109728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697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Use of Locus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83280" y="3310128"/>
            <a:ext cx="109728" cy="109728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3200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ERC-8183 Open Build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83280" y="3813048"/>
            <a:ext cx="109728" cy="109728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703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Use of Agentic Storage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1234440"/>
            <a:ext cx="2651760" cy="320040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234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1801368"/>
            <a:ext cx="109728" cy="109728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1691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Network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63640" y="2304288"/>
            <a:ext cx="109728" cy="109728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2194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 Identity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63640" y="2807208"/>
            <a:ext cx="109728" cy="109728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2697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 Communication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63640" y="3310128"/>
            <a:ext cx="109728" cy="109728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3200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Ecosystem Extensions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63640" y="3813048"/>
            <a:ext cx="109728" cy="109728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3703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Founder's Bet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65760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 &amp; Networks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82496"/>
            <a:ext cx="91440" cy="9144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Solidity + Hardhat + Foundry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85416"/>
            <a:ext cx="91440" cy="9144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57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+ Node.js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88336"/>
            <a:ext cx="91440" cy="9144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60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SDK (counterfactual on testnets)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91440" cy="9144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63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ERC-8183 Escrow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94176"/>
            <a:ext cx="91440" cy="9144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566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Multi-chain RPC via config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Agents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1682496"/>
            <a:ext cx="91440" cy="9144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with 27+ tools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2185416"/>
            <a:ext cx="91440" cy="9144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057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GenLayer intelligent contract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2688336"/>
            <a:ext cx="91440" cy="9144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560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Network agent registry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37760" y="3191256"/>
            <a:ext cx="91440" cy="9144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063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payment protocol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3694176"/>
            <a:ext cx="91440" cy="9144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566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MetaMask Delegation (ERC-7715)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Trust On-Chain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Aid Pool — where communities govern emergency funds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320040" cy="32004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+ AI co-governance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admin. Collective decision-making in public.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600200"/>
            <a:ext cx="320040" cy="32004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transparency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transaction verifiable. Escrow can't be Rugged.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4630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600200"/>
            <a:ext cx="320040" cy="32004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12280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Multi-chain deployment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Avalanche, Celo, Base, Status Network, GenLayer.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51760" y="3154680"/>
            <a:ext cx="3840480" cy="502920"/>
          </a:xfrm>
          <a:prstGeom prst="roundRect">
            <a:avLst>
              <a:gd name="adj" fmla="val 21818"/>
            </a:avLst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3154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git@github.com:nice-bills/pact.git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Aid Pool — Synthesis Hackathon 2026</dc:title>
  <dc:subject>Hackathon Pitch Deck</dc:subject>
  <dc:creator>Mutual Aid Pool Team</dc:creator>
  <cp:lastModifiedBy>Mutual Aid Pool Team</cp:lastModifiedBy>
  <cp:revision>1</cp:revision>
  <dcterms:created xsi:type="dcterms:W3CDTF">2026-03-22T08:36:57Z</dcterms:created>
  <dcterms:modified xsi:type="dcterms:W3CDTF">2026-03-22T08:36:57Z</dcterms:modified>
</cp:coreProperties>
</file>